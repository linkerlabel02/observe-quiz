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713" r:id="rId2"/>
    <p:sldId id="939" r:id="rId3"/>
    <p:sldId id="940" r:id="rId4"/>
    <p:sldId id="941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1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E5868F-1BE0-1D67-B239-9403ABC50D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A885AF6-90E3-AD3A-97EC-653FF8520A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932873-D99F-B89A-92FF-E22B73A81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032DDD7-ECF4-EF3E-9C1E-723D4523F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50F4F1-478F-BC50-20AA-E403D400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7452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C3BEE4-A4B9-7132-5D40-77529B20F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9CB775-4F55-AD2C-F072-0191E72CE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9448E6-27F1-3F34-8B4A-7A910EBD3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9162C50-7001-B14F-D4FD-C28D39B2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46441A-25A9-5605-4510-4589ED84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1508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2124D0-77BC-E53C-D9C4-432D0E6F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EE84A6A-B1F8-9DD3-3559-1CD2AB7CC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2FCAFC-3794-10FF-E31A-F52E10FFA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384909F-951A-D5C8-0B6D-DC4DE2FE6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F7FC31-E61B-B366-10A3-FD8D1CC98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095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D499A6-952D-5B57-6BA4-E60C0D97C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63CCC77-BDC1-613C-4A15-F0B202D237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31FE645-150B-A3D0-8431-6191096F4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D48C786-2F66-3143-41B5-8BC221724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3000B9D-5D77-B962-5109-A9264C590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E3A987-7182-9CCC-6E9E-0D2027872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66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B2C1DE-A268-DA2F-17B8-30CD1EBCF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FF5644-EC4D-518F-5373-1AB9B82F5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1C41693-F868-4C4A-DD70-9840CF6C5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3CFE7C7-4BE5-0873-193E-7725645B28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CA30C85-A17B-298E-EAFD-921E86A48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CB25131A-F6E8-C04B-58AB-78376E083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18CB5AD-D5E5-F2CF-1BC0-C9FB4988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5D8468B-8D0A-5411-D655-1C5FABEF2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0522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7F2A1A-3B15-F2E3-DA1B-DEF93E6FA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F50C014-25D8-93E7-B66A-4D2C850B6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A05535A-8E83-01B1-BFCF-4FD114069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174FE63-FF4E-7FAD-D85C-EA4B1E71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455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5327357-5260-E6DB-F6FA-2D414686E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B179119-B991-5B35-A8FA-89F142CC7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C94E4E-AF56-B033-45FE-07F4826C0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9794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BF9119-1DFF-7C3D-B46B-38BCB049F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9E6979-02BD-09C5-A9FF-C887E7CD00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41BC130-016A-65DA-84EE-F325FC79F8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EDB298-8394-913A-A9D5-9807F5084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A0F3F92-C0CB-3DC5-8DE8-E79F8BAB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7488BCE-9AD1-4801-7BB9-837700D1C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966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560B6C-FD35-00EF-EFF3-016E14DB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DC390F8B-C88E-A692-72B4-57CDF146C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360A0EE-90E5-0FBD-CB49-2F5AD158C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135217C-0B6E-5FB3-2957-FE1C97738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837F1C6-9E79-4B3F-3F48-9FFDEA4B7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AA92667-6519-FDB9-DEAD-ED8577F5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5230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6BFC74-FA8D-6AD5-E3CC-F33D0EB48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6C10FC2-D05C-266B-831E-937F0DD3E1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763B6A6-459D-2E3F-C708-CD32D688E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54BC86-D591-6A73-F4F4-2A4D0A8BA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2BF139A-17D7-4EAA-579B-B9F0724C4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31988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02EF05E-1A84-5917-E1E8-1501C538F1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16B5C0F-F990-BA93-5C6B-DFBC7369A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C5095B-50FD-1A18-0712-F4623D18F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1A8B6A-A872-68EF-F88A-A1DD0BE42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771ACB-7D3A-9B9D-3359-80BCC923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4497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957F58D-03E7-4520-49CF-CE7579113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4D46A73-3726-CB84-C474-F3A3E11AC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F493C7-1CEE-B0A8-E9A1-AA4AEA3F97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C34AA-94EA-4304-93D8-7FCF098046E5}" type="datetimeFigureOut">
              <a:rPr lang="zh-TW" altLang="en-US" smtClean="0"/>
              <a:t>2026/5/19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6A7C238-0A1D-07FD-DE45-F7369D6C5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18ADC4A-540B-4C75-B772-67C2927BE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DAEAB8-D9A6-427B-912C-9F79CBC013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998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55C3B-F791-75D7-5090-F721BF812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9F2519-3337-2CA1-F09C-73F880B45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>
                <a:solidFill>
                  <a:srgbClr val="000000"/>
                </a:solidFill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6</a:t>
            </a:r>
            <a:r>
              <a:rPr lang="zh-TW" altLang="en-US">
                <a:solidFill>
                  <a:srgbClr val="000000"/>
                </a:solidFill>
                <a:effectLst/>
                <a:ea typeface="微軟正黑體" panose="020B0604030504040204" pitchFamily="34" charset="-120"/>
                <a:cs typeface="Times New Roman" panose="02020603050405020304" pitchFamily="18" charset="0"/>
              </a:rPr>
              <a:t> 道路施工種類辨識</a:t>
            </a:r>
            <a:endParaRPr lang="zh-TW" altLang="en-US"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C4889B-081A-30E8-3F22-76690F872C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b="0" i="0">
                <a:solidFill>
                  <a:srgbClr val="000000"/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交通管理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04C554-C3F5-C5E5-A00A-19EF10FE0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7298" y="6538912"/>
            <a:ext cx="2743200" cy="365125"/>
          </a:xfrm>
        </p:spPr>
        <p:txBody>
          <a:bodyPr/>
          <a:lstStyle/>
          <a:p>
            <a:fld id="{B2442305-8276-5F46-9851-2E0D8251A8F4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24261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3718B-5ED8-AC0A-5BE6-D0DB06792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43C7E9-E7A2-BFB8-96F2-30131DD047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006" y="128135"/>
            <a:ext cx="10515600" cy="839357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L1</a:t>
            </a:r>
            <a:r>
              <a:rPr lang="zh-TW" altLang="en-US" sz="3200" dirty="0">
                <a:solidFill>
                  <a:srgbClr val="000000"/>
                </a:solidFill>
                <a:ea typeface="微軟正黑體"/>
                <a:cs typeface="Times New Roman" panose="02020603050405020304" pitchFamily="18" charset="0"/>
              </a:rPr>
              <a:t>：</a:t>
            </a:r>
            <a:r>
              <a:rPr lang="zh-TW" altLang="en-US" sz="3200" dirty="0">
                <a:solidFill>
                  <a:srgbClr val="000000"/>
                </a:solidFill>
                <a:effectLst/>
                <a:ea typeface="微軟正黑體"/>
                <a:cs typeface="Times New Roman" panose="02020603050405020304" pitchFamily="18" charset="0"/>
              </a:rPr>
              <a:t>是否有佔用車道的道路施工</a:t>
            </a:r>
            <a:endParaRPr lang="zh-TW" altLang="en-US" sz="3200" dirty="0">
              <a:ea typeface="微軟正黑體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5C96272-3CDD-6C5D-70B1-1837BED6A444}"/>
              </a:ext>
            </a:extLst>
          </p:cNvPr>
          <p:cNvSpPr txBox="1"/>
          <p:nvPr/>
        </p:nvSpPr>
        <p:spPr>
          <a:xfrm>
            <a:off x="497006" y="1075722"/>
            <a:ext cx="11187545" cy="218880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Confirmed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：畫面中</a:t>
            </a:r>
            <a:r>
              <a:rPr lang="zh-TW" altLang="en-US" dirty="0">
                <a:solidFill>
                  <a:srgbClr val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Times New Roman" panose="02020603050405020304" pitchFamily="18" charset="0"/>
              </a:rPr>
              <a:t>有佔用車道的道路施工。</a:t>
            </a:r>
            <a:endParaRPr lang="en-US" altLang="zh-TW" dirty="0">
              <a:solidFill>
                <a:srgbClr val="000000"/>
              </a:solidFill>
              <a:latin typeface="微軟正黑體" panose="020B0604030504040204" pitchFamily="34" charset="-120"/>
              <a:ea typeface="微軟正黑體" panose="020B0604030504040204" pitchFamily="34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ts val="286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False Alarm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：畫面中道路沒有任何施工跡象。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ts val="286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 be Confirmed: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圖片破圖。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85750" indent="-285750">
              <a:lnSpc>
                <a:spcPts val="2860"/>
              </a:lnSpc>
              <a:buFont typeface="Arial" panose="020B0604020202020204" pitchFamily="34" charset="0"/>
              <a:buChar char="•"/>
            </a:pP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  <a:cs typeface="Arial" panose="020B0604020202020204"/>
            </a:endParaRPr>
          </a:p>
          <a:p>
            <a:pPr>
              <a:lnSpc>
                <a:spcPts val="2860"/>
              </a:lnSpc>
            </a:pPr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施工的定義：若區域內出現</a:t>
            </a:r>
            <a:r>
              <a:rPr lang="zh-TW" altLang="en-US" u="sng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施工機具</a:t>
            </a:r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u="sng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施工人員</a:t>
            </a:r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、或</a:t>
            </a:r>
            <a:r>
              <a:rPr lang="zh-TW" altLang="en-US" u="sng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可見施工痕跡（如開挖痕跡、材料殘留、臨時設施、地面改動）</a:t>
            </a:r>
            <a:r>
              <a:rPr lang="zh-TW" altLang="en-US" dirty="0">
                <a:solidFill>
                  <a:schemeClr val="accent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，只要具備其中一項，即可視為施工。</a:t>
            </a:r>
            <a:endParaRPr lang="en-US" altLang="en-US" dirty="0">
              <a:solidFill>
                <a:schemeClr val="accent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F1A5E02-0A99-5DE9-A427-446DE8EA421D}"/>
              </a:ext>
            </a:extLst>
          </p:cNvPr>
          <p:cNvSpPr txBox="1"/>
          <p:nvPr/>
        </p:nvSpPr>
        <p:spPr>
          <a:xfrm>
            <a:off x="6492405" y="5717276"/>
            <a:ext cx="142212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False Alarm</a:t>
            </a:r>
            <a:endParaRPr lang="zh-TW" altLang="en-US" dirty="0">
              <a:ea typeface="Microsoft JhengHei" panose="020B0604030504040204" pitchFamily="34" charset="-120"/>
            </a:endParaRPr>
          </a:p>
        </p:txBody>
      </p:sp>
      <p:pic>
        <p:nvPicPr>
          <p:cNvPr id="5" name="圖片 4" descr="一張含有 道路, 戶外, 陸上交通工具, 車輛 的圖片&#10;&#10;自動產生的描述">
            <a:extLst>
              <a:ext uri="{FF2B5EF4-FFF2-40B4-BE49-F238E27FC236}">
                <a16:creationId xmlns:a16="http://schemas.microsoft.com/office/drawing/2014/main" id="{6582A68A-6F6F-1283-54F5-6310FAFD2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4895" y="3735146"/>
            <a:ext cx="3008103" cy="192034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3C2DE29E-AB39-7183-751B-90BF92372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004" y="3731484"/>
            <a:ext cx="2983874" cy="192767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9C63EB5E-A845-9535-3809-80467020FD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966" y="3735146"/>
            <a:ext cx="2275861" cy="1934993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D61161B-0F11-209B-EFDE-C601CFC0D5BF}"/>
              </a:ext>
            </a:extLst>
          </p:cNvPr>
          <p:cNvSpPr txBox="1"/>
          <p:nvPr/>
        </p:nvSpPr>
        <p:spPr>
          <a:xfrm>
            <a:off x="998611" y="5702630"/>
            <a:ext cx="1336776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Confirmed</a:t>
            </a:r>
            <a:endParaRPr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27C1876-3ED6-4A17-92CC-34537C25F10A}"/>
              </a:ext>
            </a:extLst>
          </p:cNvPr>
          <p:cNvSpPr txBox="1"/>
          <p:nvPr/>
        </p:nvSpPr>
        <p:spPr>
          <a:xfrm>
            <a:off x="3745508" y="5717276"/>
            <a:ext cx="1336776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Confirmed</a:t>
            </a:r>
            <a:endParaRPr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220FC8B-A6FE-5A5E-05E8-FE4ACCC8C8F5}"/>
              </a:ext>
            </a:extLst>
          </p:cNvPr>
          <p:cNvSpPr txBox="1"/>
          <p:nvPr/>
        </p:nvSpPr>
        <p:spPr>
          <a:xfrm>
            <a:off x="9324647" y="5717276"/>
            <a:ext cx="1977914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altLang="zh-TW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To be Confirmed</a:t>
            </a:r>
            <a:endParaRPr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5" name="投影片編號版面配置區 3">
            <a:extLst>
              <a:ext uri="{FF2B5EF4-FFF2-40B4-BE49-F238E27FC236}">
                <a16:creationId xmlns:a16="http://schemas.microsoft.com/office/drawing/2014/main" id="{A6398B26-9B2A-B5A4-5BA7-079D7C73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67298" y="6553566"/>
            <a:ext cx="2743200" cy="365125"/>
          </a:xfrm>
        </p:spPr>
        <p:txBody>
          <a:bodyPr/>
          <a:lstStyle/>
          <a:p>
            <a:fld id="{B2442305-8276-5F46-9851-2E0D8251A8F4}" type="slidenum">
              <a:rPr kumimoji="1" lang="zh-TW" altLang="en-US" smtClean="0"/>
              <a:t>2</a:t>
            </a:fld>
            <a:endParaRPr kumimoji="1" lang="zh-TW" altLang="en-US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43142A68-557A-05ED-F150-B53A3F40326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2771" y="3851993"/>
            <a:ext cx="3206225" cy="180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822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C9DDF428-C9BB-0E07-88DB-DC342DE027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73" y="619396"/>
            <a:ext cx="4875804" cy="274264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6136AF2-FDC7-167E-B31B-A7F6F80EE32A}"/>
              </a:ext>
            </a:extLst>
          </p:cNvPr>
          <p:cNvSpPr/>
          <p:nvPr/>
        </p:nvSpPr>
        <p:spPr>
          <a:xfrm>
            <a:off x="932873" y="619396"/>
            <a:ext cx="1071418" cy="5628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E74E9730-F5FD-BF19-DF50-B5F4284C009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873" y="3742965"/>
            <a:ext cx="4875804" cy="274264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8B24205-D493-22C7-EB13-ECCD6FC4E0BF}"/>
              </a:ext>
            </a:extLst>
          </p:cNvPr>
          <p:cNvSpPr txBox="1"/>
          <p:nvPr/>
        </p:nvSpPr>
        <p:spPr>
          <a:xfrm>
            <a:off x="6096000" y="1451328"/>
            <a:ext cx="42863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←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可以看見道路施工牌子，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Confirmed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AC23108-CC0D-E2F3-682B-294A85358A85}"/>
              </a:ext>
            </a:extLst>
          </p:cNvPr>
          <p:cNvSpPr txBox="1"/>
          <p:nvPr/>
        </p:nvSpPr>
        <p:spPr>
          <a:xfrm>
            <a:off x="6096000" y="4821898"/>
            <a:ext cx="56745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←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雖然是黑白，但仍清楚看見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型護欄，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Confirmed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8256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9C60A078-8863-364B-089F-CC787EF2E8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54" y="365125"/>
            <a:ext cx="5223753" cy="293836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CEF15F6-646F-790A-E325-34EDE5092D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53" y="3627440"/>
            <a:ext cx="5223753" cy="2938361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7299A2BC-4597-47B2-7BAD-C4090B5C55E1}"/>
              </a:ext>
            </a:extLst>
          </p:cNvPr>
          <p:cNvSpPr txBox="1"/>
          <p:nvPr/>
        </p:nvSpPr>
        <p:spPr>
          <a:xfrm>
            <a:off x="5945321" y="1598303"/>
            <a:ext cx="67454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←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只看見三角錐和欄杆，不確定是否在施工，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False Alarm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4B924374-198E-9A5B-523B-32C5D69F4430}"/>
              </a:ext>
            </a:extLst>
          </p:cNvPr>
          <p:cNvSpPr txBox="1"/>
          <p:nvPr/>
        </p:nvSpPr>
        <p:spPr>
          <a:xfrm>
            <a:off x="6096000" y="467492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3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←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雖然在施工，但不在道路上，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False Alarm 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10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147</Words>
  <Application>Microsoft Office PowerPoint</Application>
  <PresentationFormat>寬螢幕</PresentationFormat>
  <Paragraphs>18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1" baseType="lpstr">
      <vt:lpstr>微軟正黑體</vt:lpstr>
      <vt:lpstr>微軟正黑體</vt:lpstr>
      <vt:lpstr>Aptos</vt:lpstr>
      <vt:lpstr>Aptos Display</vt:lpstr>
      <vt:lpstr>Arial</vt:lpstr>
      <vt:lpstr>Times New Roman</vt:lpstr>
      <vt:lpstr>Office 佈景主題</vt:lpstr>
      <vt:lpstr>6 道路施工種類辨識</vt:lpstr>
      <vt:lpstr>L1：是否有佔用車道的道路施工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Lily Chien</dc:creator>
  <cp:lastModifiedBy>Lily Chien</cp:lastModifiedBy>
  <cp:revision>16</cp:revision>
  <dcterms:created xsi:type="dcterms:W3CDTF">2026-05-11T03:25:26Z</dcterms:created>
  <dcterms:modified xsi:type="dcterms:W3CDTF">2026-05-19T07:19:00Z</dcterms:modified>
</cp:coreProperties>
</file>